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1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9262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30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231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380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643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113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017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913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804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51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6583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51446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2222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6241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6870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2764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930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00412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  <p:sldLayoutId id="2147483718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AI-Powered Recruitment with Role-Based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710" y="2130552"/>
            <a:ext cx="4572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Problem:</a:t>
            </a:r>
          </a:p>
          <a:p>
            <a:r>
              <a:rPr dirty="0"/>
              <a:t>- Too many applications</a:t>
            </a:r>
          </a:p>
          <a:p>
            <a:r>
              <a:rPr dirty="0"/>
              <a:t>- Slow &amp; biased hiring</a:t>
            </a:r>
          </a:p>
          <a:p>
            <a:endParaRPr dirty="0"/>
          </a:p>
          <a:p>
            <a:r>
              <a:rPr dirty="0"/>
              <a:t>Solution:</a:t>
            </a:r>
          </a:p>
          <a:p>
            <a:r>
              <a:rPr dirty="0"/>
              <a:t>- AI screens candidates</a:t>
            </a:r>
          </a:p>
          <a:p>
            <a:r>
              <a:rPr dirty="0"/>
              <a:t>- Smart ranking system</a:t>
            </a:r>
          </a:p>
          <a:p>
            <a:r>
              <a:rPr dirty="0"/>
              <a:t>- Fair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801" y="2011680"/>
            <a:ext cx="2763898" cy="36933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Admin:</a:t>
            </a:r>
          </a:p>
          <a:p>
            <a:r>
              <a:rPr dirty="0"/>
              <a:t>- Manage jobs</a:t>
            </a:r>
          </a:p>
          <a:p>
            <a:r>
              <a:rPr dirty="0"/>
              <a:t>- Manage candidates</a:t>
            </a:r>
          </a:p>
          <a:p>
            <a:r>
              <a:rPr dirty="0"/>
              <a:t>- Run AI screening</a:t>
            </a:r>
          </a:p>
          <a:p>
            <a:r>
              <a:rPr dirty="0"/>
              <a:t>- Control system</a:t>
            </a:r>
            <a:endParaRPr lang="en-US" dirty="0"/>
          </a:p>
          <a:p>
            <a:r>
              <a:rPr lang="en-US" dirty="0"/>
              <a:t>-Add applicant</a:t>
            </a:r>
            <a:endParaRPr dirty="0"/>
          </a:p>
          <a:p>
            <a:endParaRPr dirty="0"/>
          </a:p>
          <a:p>
            <a:r>
              <a:rPr dirty="0"/>
              <a:t>Recruiter:</a:t>
            </a:r>
          </a:p>
          <a:p>
            <a:r>
              <a:rPr dirty="0"/>
              <a:t>- View-only access</a:t>
            </a:r>
          </a:p>
          <a:p>
            <a:r>
              <a:rPr dirty="0"/>
              <a:t>- View job listings</a:t>
            </a:r>
          </a:p>
          <a:p>
            <a:r>
              <a:rPr dirty="0"/>
              <a:t>- Apply to jobs</a:t>
            </a:r>
          </a:p>
          <a:p>
            <a:r>
              <a:rPr dirty="0"/>
              <a:t>- View screening results</a:t>
            </a:r>
          </a:p>
          <a:p>
            <a:r>
              <a:rPr dirty="0"/>
              <a:t>- See ranked shortlists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Recruitment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490472"/>
            <a:ext cx="9175910" cy="31393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Workflow:</a:t>
            </a:r>
          </a:p>
          <a:p>
            <a:r>
              <a:rPr dirty="0"/>
              <a:t>Job Creation → Candidate Input → AI Screening → Recruiter Decision</a:t>
            </a:r>
          </a:p>
          <a:p>
            <a:endParaRPr dirty="0"/>
          </a:p>
          <a:p>
            <a:r>
              <a:rPr dirty="0"/>
              <a:t>AI Screening:</a:t>
            </a:r>
          </a:p>
          <a:p>
            <a:r>
              <a:rPr dirty="0"/>
              <a:t>- Skill matching</a:t>
            </a:r>
          </a:p>
          <a:p>
            <a:r>
              <a:rPr dirty="0"/>
              <a:t>- AI scoring</a:t>
            </a:r>
          </a:p>
          <a:p>
            <a:r>
              <a:rPr dirty="0"/>
              <a:t>- Gap analysis</a:t>
            </a:r>
          </a:p>
          <a:p>
            <a:endParaRPr dirty="0"/>
          </a:p>
          <a:p>
            <a:r>
              <a:rPr dirty="0"/>
              <a:t>Features:</a:t>
            </a:r>
          </a:p>
          <a:p>
            <a:r>
              <a:rPr dirty="0"/>
              <a:t>AI Ranking | Bias Reduction | Secure System | Role-Based Access | Explainable</a:t>
            </a:r>
            <a:endParaRPr lang="en-US" dirty="0"/>
          </a:p>
          <a:p>
            <a:r>
              <a:rPr lang="en-US" dirty="0"/>
              <a:t>                                                                                                                                        </a:t>
            </a:r>
            <a:r>
              <a:rPr dirty="0"/>
              <a:t> AI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</TotalTime>
  <Words>113</Words>
  <Application>Microsoft Office PowerPoint</Application>
  <PresentationFormat>On-screen Show (4:3)</PresentationFormat>
  <Paragraphs>34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Century Gothic</vt:lpstr>
      <vt:lpstr>Wingdings 3</vt:lpstr>
      <vt:lpstr>Ion</vt:lpstr>
      <vt:lpstr>AI-Powered Recruitment with Role-Based Intelligence</vt:lpstr>
      <vt:lpstr>AI Recruitment Workflow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hagenimana elissa</dc:creator>
  <cp:keywords/>
  <dc:description>generated using python-pptx</dc:description>
  <cp:lastModifiedBy>hagenimana elissa</cp:lastModifiedBy>
  <cp:revision>2</cp:revision>
  <dcterms:created xsi:type="dcterms:W3CDTF">2013-01-27T09:14:16Z</dcterms:created>
  <dcterms:modified xsi:type="dcterms:W3CDTF">2026-04-20T09:26:35Z</dcterms:modified>
  <cp:category/>
</cp:coreProperties>
</file>